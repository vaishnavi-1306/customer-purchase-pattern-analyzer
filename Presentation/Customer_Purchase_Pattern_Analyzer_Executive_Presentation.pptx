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Purchase Pattern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Analytics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customer buying patterns and improve business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Customer, product, transaction, loyalty, and regional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Cleaning, transformation, validation, and feature engineering.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Revenue, AOV, Repeat Purchase Rate, CLV, Total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VIP, Premium, Regular, and New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performance and top-selling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distribution across regions.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Retention, loyalty, cross-selling, and marketing opportunities.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value and portfolio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